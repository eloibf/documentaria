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/>
          <a:p>
            <a:pPr>
              <a:defRPr sz="2400" b="1"/>
            </a:pPr>
            <a:r>
              <a:t>La Cèl·lula: Unitat Bàsica de la Vida</a:t>
            </a:r>
          </a:p>
          <a:p/>
          <a:p>
            <a:pPr>
              <a:defRPr sz="2000" b="1"/>
            </a:pPr>
            <a:r>
              <a:t>Què és una cèl·lula?</a:t>
            </a:r>
          </a:p>
          <a:p>
            <a:r>
              <a:t>La cèl·lula és l'unitat bàsica de la vida</a:t>
            </a:r>
            <a:r>
              <a:t>. Tots els éssers vius estan compostos per una o més cèl·lules. </a:t>
            </a:r>
            <a:r>
              <a:rPr>
                <a:solidFill>
                  <a:srgbClr val="0000FF"/>
                </a:solidFill>
              </a:rPr>
              <a:t>Les cèl·lules són les unitats bàsiques de la vida</a:t>
            </a:r>
            <a:r>
              <a:rPr>
                <a:solidFill>
                  <a:srgbClr val="0000FF"/>
                </a:solidFill>
              </a:rPr>
              <a:t>, i tots els processos biològics ocorren dins elles.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/>
          <a:p>
            <a:pPr>
              <a:defRPr sz="2400" b="1"/>
            </a:pPr>
            <a:r>
              <a:t>Estructura de la Cèl·lula</a:t>
            </a:r>
          </a:p>
          <a:p/>
          <a:p>
            <a:pPr>
              <a:defRPr sz="2000" b="1"/>
            </a:pPr>
            <a:r>
              <a:t> Components de la cèl·lula </a:t>
            </a:r>
          </a:p>
          <a:p/>
          <a:p>
            <a:r>
              <a:t>Membrana cel·lular;Citoplasma;Nuclè</a:t>
            </a:r>
          </a:p>
          <a:p>
            <a:r>
              <a:t>Descripció;Funció;Funció</a:t>
            </a:r>
          </a:p>
          <a:p>
            <a:r>
              <a:t>Membrana que protegeix la cèl·lula;Gelatina on es troben orgànuls|Conté material genètic</a:t>
            </a:r>
          </a:p>
          <a:p/>
          <a:p/>
          <a:p>
            <a:pPr>
              <a:defRPr sz="2000" b="1"/>
            </a:pPr>
            <a:r>
              <a:t>Orgànuls cel·lulars</a:t>
            </a:r>
          </a:p>
          <a:p>
            <a:r>
              <a:t>Les cèl·lules contenen orgànuls específics</a:t>
            </a:r>
            <a:r>
              <a:t> que realitzen funcions concretes. </a:t>
            </a:r>
            <a:r>
              <a:rPr>
                <a:solidFill>
                  <a:srgbClr val="0000FF"/>
                </a:solidFill>
              </a:rPr>
              <a:t>El nuclè conté el material genètic</a:t>
            </a:r>
            <a:r>
              <a:rPr>
                <a:solidFill>
                  <a:srgbClr val="0000FF"/>
                </a:solidFill>
              </a:rPr>
              <a:t>, mentre que el </a:t>
            </a:r>
            <a:r>
              <a:rPr>
                <a:solidFill>
                  <a:srgbClr val="0000FF"/>
                </a:solidFill>
              </a:rPr>
              <a:t>mitocondri és responsable de la respiració cel·lular</a:t>
            </a:r>
            <a:r>
              <a:rPr>
                <a:solidFill>
                  <a:srgbClr val="0000F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/>
          <a:p>
            <a:pPr>
              <a:defRPr sz="2400" b="1"/>
            </a:pPr>
            <a:r>
              <a:t>Funcions Cel·lulars</a:t>
            </a:r>
          </a:p>
          <a:p/>
          <a:p>
            <a:pPr>
              <a:defRPr sz="2000" b="1"/>
            </a:pPr>
            <a:r>
              <a:t> Processos cel·lulars </a:t>
            </a:r>
          </a:p>
          <a:p/>
          <a:p>
            <a:r>
              <a:t> Fotosíntesi; Crescuda i desenvolupament; Divisió cel·lular</a:t>
            </a:r>
          </a:p>
          <a:p>
            <a:r>
              <a:t> Producció de glucosa; Crecuda i evolució de la cèl·lula; Reproducció cel·lular</a:t>
            </a:r>
          </a:p>
          <a:p/>
          <a:p/>
          <a:p>
            <a:pPr>
              <a:defRPr sz="2000" b="1"/>
            </a:pPr>
            <a:r>
              <a:t> Relacions entre cèl·lules </a:t>
            </a:r>
          </a:p>
          <a:p>
            <a:r>
              <a:t>Les cèl·lules són les unitats bàsiques de la vida</a:t>
            </a:r>
            <a:r>
              <a:t>, però també interactuen entre elles. </a:t>
            </a:r>
            <a:r>
              <a:rPr>
                <a:solidFill>
                  <a:srgbClr val="0000FF"/>
                </a:solidFill>
              </a:rPr>
              <a:t>Les relacions entre cèl·lules són fundamentals per a la vida</a:t>
            </a:r>
            <a:r>
              <a:rPr>
                <a:solidFill>
                  <a:srgbClr val="0000FF"/>
                </a:solidFill>
              </a:rPr>
              <a:t>. Les cèl·lules es comuniquen i cooperen per realitzar funcions complexes.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/>
          <a:p>
            <a:pPr>
              <a:defRPr sz="2400" b="1"/>
            </a:pPr>
            <a:r>
              <a:t>Exercicis o Preguntes</a:t>
            </a:r>
          </a:p>
          <a:p/>
          <a:p>
            <a:pPr>
              <a:defRPr sz="2000" b="1"/>
            </a:pPr>
            <a:r>
              <a:t> Test de Coneixements </a:t>
            </a:r>
          </a:p>
          <a:p>
            <a:r>
              <a:t>1. Què és la cèl·lula?</a:t>
            </a:r>
          </a:p>
          <a:p>
            <a:r>
              <a:t>2. Quins són els components principals de la cèl·lula?</a:t>
            </a:r>
          </a:p>
          <a:p>
            <a:r>
              <a:t>3. Quina és la funció del nuclè?</a:t>
            </a:r>
          </a:p>
          <a:p>
            <a:r>
              <a:t>4. Quina és la funció del mitocondri?</a:t>
            </a:r>
          </a:p>
          <a:p>
            <a:r>
              <a:t>5. Quins són els processos cel·lulars principals?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